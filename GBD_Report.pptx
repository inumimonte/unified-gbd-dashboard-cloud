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GBD Dashboard – National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report generated from Streamlit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Causes by DALY Rate –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Malaria: 9632064.02</a:t>
            </a:r>
          </a:p>
          <a:p>
            <a:r>
              <a:t>Injuries: 5720999.83</a:t>
            </a:r>
          </a:p>
          <a:p>
            <a:r>
              <a:t>Tuberculosis: 4829846.92</a:t>
            </a:r>
          </a:p>
          <a:p>
            <a:r>
              <a:t>Chronic kidney disease: 2991421.65</a:t>
            </a:r>
          </a:p>
          <a:p>
            <a:r>
              <a:t>Maternal disorders: 1968262.15</a:t>
            </a:r>
          </a:p>
          <a:p>
            <a:r>
              <a:t>Diabetes mellitus: 1314744.62</a:t>
            </a:r>
          </a:p>
          <a:p>
            <a:r>
              <a:t>Falls: 1298180.10</a:t>
            </a:r>
          </a:p>
          <a:p>
            <a:r>
              <a:t>Stroke: 1252253.02</a:t>
            </a:r>
          </a:p>
          <a:p>
            <a:r>
              <a:t>Ischemic heart disease: 1172732.71</a:t>
            </a:r>
          </a:p>
          <a:p>
            <a:r>
              <a:t>HIV/AIDS: 1170271.83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